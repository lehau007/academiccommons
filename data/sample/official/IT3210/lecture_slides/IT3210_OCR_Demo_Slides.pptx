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IT3210 OCR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text blocks for extraction.</a:t>
            </a:r>
          </a:p>
          <a:p>
            <a:r>
              <a:t>- Topic: C language memory model</a:t>
            </a:r>
          </a:p>
          <a:p>
            <a:r>
              <a:t>- Goal: verify PPTX OCR 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Content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chart below should trigger vision prompt generation.</a:t>
            </a:r>
          </a:p>
        </p:txBody>
      </p:sp>
      <p:pic>
        <p:nvPicPr>
          <p:cNvPr id="4" name="Picture 3" descr="it3210_ocr_dem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